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Customers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Orders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Order Value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Sales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Product Category By Sale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States By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Inactive Customers From Last 12 Months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New Product Sales Performances Across Categoriess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Seasonality in products across categories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Change in price affecting the number of numbers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Average Processing Time ( Hrs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Shipping Time ( Hrs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Delivery Time ( Hrs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Percentage by payment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Effect of product photos on quantities of items ordered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orders based om delivery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0e89e015-5d74-4a0e-82b0-e5fdf3c02aa7?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ecd9196b40874c54" /><Relationship Type="http://schemas.openxmlformats.org/officeDocument/2006/relationships/slideLayout" Target="/ppt/slideLayouts/slideLayout8.xml" Id="R83f25e3c7bd94032" /><Relationship Type="http://schemas.openxmlformats.org/officeDocument/2006/relationships/hyperlink" Target="https://app.powerbi.com/groups/me/reports/0e89e015-5d74-4a0e-82b0-e5fdf3c02aa7/?pbi_source=PowerPoint" TargetMode="External" Id="RelId0" /><Relationship Type="http://schemas.openxmlformats.org/officeDocument/2006/relationships/image" Target="/ppt/media/image4.png" Id="imgId146195285"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b77a15e011c24098" /><Relationship Type="http://schemas.openxmlformats.org/officeDocument/2006/relationships/slideLayout" Target="/ppt/slideLayouts/slideLayout8.xml" Id="R86c5d69cae9b4d8e" /><Relationship Type="http://schemas.openxmlformats.org/officeDocument/2006/relationships/hyperlink" Target="https://app.powerbi.com/groups/me/reports/0e89e015-5d74-4a0e-82b0-e5fdf3c02aa7/?pbi_source=PowerPoint" TargetMode="External" Id="RelId1" /><Relationship Type="http://schemas.openxmlformats.org/officeDocument/2006/relationships/image" Target="/ppt/media/image5.png" Id="imgId146195286"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9252678a06504551" /><Relationship Type="http://schemas.openxmlformats.org/officeDocument/2006/relationships/slideLayout" Target="/ppt/slideLayouts/slideLayout8.xml" Id="Raf1bac885bee4052" /><Relationship Type="http://schemas.openxmlformats.org/officeDocument/2006/relationships/hyperlink" Target="https://app.powerbi.com/groups/me/reports/0e89e015-5d74-4a0e-82b0-e5fdf3c02aa7/?pbi_source=PowerPoint" TargetMode="External" Id="RelId2" /><Relationship Type="http://schemas.openxmlformats.org/officeDocument/2006/relationships/image" Target="/ppt/media/image6.png" Id="imgId146195287"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E Commerce 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6/6/2026 12:48:10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12:42:12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otal Customers ,Total Orders ,Total Sales ,Average Order Value ,textbox ,Total Sales By Year ,Top 5 Product Category By Sale ,Top 5 States By Sales ,pageNavigator ,Inactive Customers From Last 12 Months.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461952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Home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New Product Sales Performances Across Categoriess ,tableEx ,Seasonality in products across categories ,textbox ,Change in price affecting the number of numbers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4619528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Categories Analysis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Average Processing Time ( Hrs ) ,Average Shipping Time ( Hrs ) ,Average Delivery Time ( Hrs ) ,Percentage by payment type ,Effect of product photos on quantities of items ordered ,Number of orders based om delivery status ,textbox ,pageNavigato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4619528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Orders Analysis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